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TokenMeter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33333"/>
                </a:solidFill>
              </a:defRPr>
            </a:pPr>
            <a:r>
              <a:t>企业级 MaaS 成本追踪与归因分析平台</a:t>
            </a:r>
            <a:br/>
            <a:r>
              <a:t>产品方案与开发计划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项目概述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TokenMeter 是一款开源的企业级 AI 成本管理工具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帮助企业追踪、归因和优化多源 MaaS（模型即服务）支出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支持 OpenAI、Azure、Claude、通义千问等主流提供商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提供实时监控、预算预警、成本分摊等核心功能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开源版本免费，企业版 ¥5000/套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01 市场痛点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企业 AI 成本管理痛点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多云分散：同时使用多个 MaaS 提供商，账单分散难统计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黑盒消费：不知道哪个项目、哪个团队花了多少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月底惊吓：只有月底出账单，无法实时监控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维度缺失：云账单只有 API Key 维度，没有业务标签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成本失控：缺乏预算管理，经常超支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分摊困难：无法按项目/团队进行成本分摊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02 解决方案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核心功能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📊 多源聚合：统一监控 OpenAI、Azure、Claude、通义千问等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🏷️ 精细归因：按项目、团队、环境、用户多维度标记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⚡ 实时监控：分钟级成本更新，告别月底账单惊吓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🚨 智能预警：预算超支、用量突增自动告警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📈 财务级报表：支持成本分摊计算和财务导出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🔒 隐私优先：支持私有化部署，数据不出企业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03 技术架构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系统架构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【接入层】API 代理网关，透明转发，零侵入接入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【处理层】多厂商适配器，统一协议转换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【数据层】SQLite/PostgreSQL 双支持，成本计算引擎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【展示层】Web 仪表盘，实时数据可视化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【通知层】Webhook 集成，飞书/钉钉/Slack 告警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技术栈：Python + FastAPI + SQLAlchemy + Vue.js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支持的 MaaS 提供商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67EEA"/>
                </a:solidFill>
              </a:defRPr>
            </a:pPr>
            <a:r>
              <a:t>国际厂商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  <a:defRPr sz="1600"/>
            </a:pPr>
            <a:r>
              <a:t>• OpenAI (GPT-4/3.5)</a:t>
            </a:r>
          </a:p>
          <a:p>
            <a:pPr>
              <a:spcBef>
                <a:spcPts val="800"/>
              </a:spcBef>
              <a:defRPr sz="1600"/>
            </a:pPr>
            <a:r>
              <a:t>• Azure OpenAI</a:t>
            </a:r>
          </a:p>
          <a:p>
            <a:pPr>
              <a:spcBef>
                <a:spcPts val="800"/>
              </a:spcBef>
              <a:defRPr sz="1600"/>
            </a:pPr>
            <a:r>
              <a:t>• Anthropic Claude</a:t>
            </a:r>
          </a:p>
          <a:p>
            <a:pPr>
              <a:spcBef>
                <a:spcPts val="800"/>
              </a:spcBef>
              <a:defRPr sz="1600"/>
            </a:pPr>
            <a:r>
              <a:t>• Cohere</a:t>
            </a:r>
          </a:p>
          <a:p>
            <a:pPr>
              <a:spcBef>
                <a:spcPts val="800"/>
              </a:spcBef>
              <a:defRPr sz="1600"/>
            </a:pPr>
            <a:r>
              <a:t>• Mistral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67EEA"/>
                </a:solidFill>
              </a:defRPr>
            </a:pPr>
            <a:r>
              <a:t>国内厂商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  <a:defRPr sz="1600"/>
            </a:pPr>
            <a:r>
              <a:t>• 阿里云 通义千问</a:t>
            </a:r>
          </a:p>
          <a:p>
            <a:pPr>
              <a:spcBef>
                <a:spcPts val="800"/>
              </a:spcBef>
              <a:defRPr sz="1600"/>
            </a:pPr>
            <a:r>
              <a:t>• 百度 文心一言</a:t>
            </a:r>
          </a:p>
          <a:p>
            <a:pPr>
              <a:spcBef>
                <a:spcPts val="800"/>
              </a:spcBef>
              <a:defRPr sz="1600"/>
            </a:pPr>
            <a:r>
              <a:t>• 智谱 GLM</a:t>
            </a:r>
          </a:p>
          <a:p>
            <a:pPr>
              <a:spcBef>
                <a:spcPts val="800"/>
              </a:spcBef>
              <a:defRPr sz="1600"/>
            </a:pPr>
            <a:r>
              <a:t>• 讯飞星火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04 开发进度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已完成（3天）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✅ Day 0: 项目启动 - MVP 代码、Demo 上线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✅ Day 1: 基础加固 - 错误处理、日志系统、12个测试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✅ Day 2: 多厂商支持 - 4家厂商适配、17个测试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累计：29个测试用例，100%通过率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代码提交：6 commits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Demo 地址：https://elbert-haustellate-jett.ngrok-free.dev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开发计划（剩余12天）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📅 Day 3-4: 预算预警系统（预算管理、飞书通知）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📅 Day 5-6: 用户认证系统（JWT、权限管理）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📅 Day 7-8: 数据导出与备份（CSV、自动备份）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📅 Day 9-10: 性能优化与压测（1000+ RPS）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📅 Day 11-12: 文档完善与演示环境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📅 Day 13-15: 发布推广（GitHub、技术文章）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05 商业模式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产品定价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67EEA"/>
                </a:solidFill>
              </a:defRPr>
            </a:pPr>
            <a:r>
              <a:t>开源版（免费）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  <a:defRPr sz="1600"/>
            </a:pPr>
            <a:r>
              <a:t>• 多厂商成本追踪</a:t>
            </a:r>
          </a:p>
          <a:p>
            <a:pPr>
              <a:spcBef>
                <a:spcPts val="800"/>
              </a:spcBef>
              <a:defRPr sz="1600"/>
            </a:pPr>
            <a:r>
              <a:t>• Web 仪表盘</a:t>
            </a:r>
          </a:p>
          <a:p>
            <a:pPr>
              <a:spcBef>
                <a:spcPts val="800"/>
              </a:spcBef>
              <a:defRPr sz="1600"/>
            </a:pPr>
            <a:r>
              <a:t>• 预算预警</a:t>
            </a:r>
          </a:p>
          <a:p>
            <a:pPr>
              <a:spcBef>
                <a:spcPts val="800"/>
              </a:spcBef>
              <a:defRPr sz="1600"/>
            </a:pPr>
            <a:r>
              <a:t>• 飞书/钉钉通知</a:t>
            </a:r>
          </a:p>
          <a:p>
            <a:pPr>
              <a:spcBef>
                <a:spcPts val="800"/>
              </a:spcBef>
              <a:defRPr sz="1600"/>
            </a:pPr>
            <a:r>
              <a:t>• 数据导出</a:t>
            </a:r>
          </a:p>
          <a:p>
            <a:pPr>
              <a:spcBef>
                <a:spcPts val="800"/>
              </a:spcBef>
              <a:defRPr sz="1600"/>
            </a:pPr>
            <a:r>
              <a:t>• 社区支持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67EEA"/>
                </a:solidFill>
              </a:defRPr>
            </a:pPr>
            <a:r>
              <a:t>企业版（¥5000/套）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  <a:defRPr sz="1600"/>
            </a:pPr>
            <a:r>
              <a:t>• SSO/LDAP 集成</a:t>
            </a:r>
          </a:p>
          <a:p>
            <a:pPr>
              <a:spcBef>
                <a:spcPts val="800"/>
              </a:spcBef>
              <a:defRPr sz="1600"/>
            </a:pPr>
            <a:r>
              <a:t>• 高级 RBAC 权限</a:t>
            </a:r>
          </a:p>
          <a:p>
            <a:pPr>
              <a:spcBef>
                <a:spcPts val="800"/>
              </a:spcBef>
              <a:defRPr sz="1600"/>
            </a:pPr>
            <a:r>
              <a:t>• 高级报表与 BI</a:t>
            </a:r>
          </a:p>
          <a:p>
            <a:pPr>
              <a:spcBef>
                <a:spcPts val="800"/>
              </a:spcBef>
              <a:defRPr sz="1600"/>
            </a:pPr>
            <a:r>
              <a:t>• PostgreSQL 支持</a:t>
            </a:r>
          </a:p>
          <a:p>
            <a:pPr>
              <a:spcBef>
                <a:spcPts val="800"/>
              </a:spcBef>
              <a:defRPr sz="1600"/>
            </a:pPr>
            <a:r>
              <a:t>• 企业级技术支持</a:t>
            </a:r>
          </a:p>
          <a:p>
            <a:pPr>
              <a:spcBef>
                <a:spcPts val="800"/>
              </a:spcBef>
              <a:defRPr sz="1600"/>
            </a:pPr>
            <a:r>
              <a:t>• 定制化开发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竞争优势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💡 差异化定位：专注财务视角（成本分摊、预算管理）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🌍 中文原生：更好的中文本地化支持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🔧 灵活归因：支持 Project/Team/Env/User 四维标签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🏢 私有化优先：支持完全本地化部署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💰 价格优势：比 Helicone 便宜，比自研省时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📈 开源生态：MIT 协议，社区驱动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竞品对比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Helicone：开源 ✅，但成本归因弱 ❌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LangSmith：功能强 ✅，但闭源收费 ❌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Keywords AI：功能全 ✅，但价格贵 ❌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TokenMeter：开源 ✅ + 财务视角 ✅ + 中文原生 ✅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核心差异化：更强的财务视角、更好的中文支持、更灵活的归因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目标用户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🏢 中大型科技公司（100+员工，月 AI 支出 $1K-$100K）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👨‍💼 CTO/技术 VP - 总体成本把控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👩‍💻 工程经理 - 团队成本管理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💰 FinOps 团队 - 成本分摊与优化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🔧 平台工程师 - 工具维护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🚀 AI 应用创业公司 - 成本转嫁给客户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市场规模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📊 2025年中国企业级 MaaS 市场：100-150亿人民币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💵 成本管理工具收费：按消费额的 3-5%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🎯 潜在市场规模（TAM）：3-7.5亿/年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📈 增长趋势：AI 支出快速增长，管理工具严重滞后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🪟 窗口期：现在进入市场，抢占先机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06 下一步行动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需要合伙人支持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🧪 种子用户：寻找 3-5 家企业试用 MVP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💼 商务对接：联系潜在客户，收集需求反馈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📢 市场推广：技术社区、社交媒体曝光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💻 开发资源：根据反馈持续迭代产品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🎯 目标：3个月内获得首个付费客户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● 📅 里程碑：GitHub 100+ stars，5家企业试用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让每一分钱都花得明明白白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33333"/>
                </a:solidFill>
              </a:defRPr>
            </a:pPr>
            <a:r>
              <a:t>TokenMeter - 企业级 AI 成本管理平台</a:t>
            </a:r>
            <a:br/>
            <a:br/>
            <a:r>
              <a:t>谢谢！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